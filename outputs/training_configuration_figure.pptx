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2f5a49ed724861" /><Relationship Type="http://schemas.openxmlformats.org/officeDocument/2006/relationships/extended-properties" Target="/docProps/app.xml" Id="Rbcf96328dcaf42af" /><Relationship Type="http://schemas.openxmlformats.org/officeDocument/2006/relationships/officeDocument" Target="/ppt/presentation.xml" Id="Rfc058d857d4b43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7902c6652a4af6"/>
  </p:sldMasterIdLst>
  <p:notesMasterIdLst>
    <p:notesMasterId xmlns:r="http://schemas.openxmlformats.org/officeDocument/2006/relationships" r:id="R1dfa0e4385984c47"/>
  </p:notesMasterIdLst>
  <p:sldIdLst>
    <p:sldId xmlns:r="http://schemas.openxmlformats.org/officeDocument/2006/relationships" id="256" r:id="R1dc35e00f1ce4659"/>
  </p:sldIdLst>
  <p:sldSz cx="15240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6a000b539b4a8a" /><Relationship Type="http://schemas.openxmlformats.org/officeDocument/2006/relationships/slideMaster" Target="/ppt/slideMasters/slideMaster1.xml" Id="Rf37902c6652a4af6" /><Relationship Type="http://schemas.openxmlformats.org/officeDocument/2006/relationships/notesMaster" Target="/ppt/notesMasters/notesMaster1.xml" Id="R1dfa0e4385984c47" /><Relationship Type="http://schemas.openxmlformats.org/officeDocument/2006/relationships/presProps" Target="/ppt/presProps.xml" Id="R6e469ec4f6464959" /><Relationship Type="http://schemas.openxmlformats.org/officeDocument/2006/relationships/tableStyles" Target="/ppt/tableStyles.xml" Id="R056ee9846fe5428d" /><Relationship Type="http://schemas.openxmlformats.org/officeDocument/2006/relationships/slide" Target="/ppt/slides/slide1.xml" Id="R1dc35e00f1ce46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1c16126ba14f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4720baef2f42bb" /><Relationship Type="http://schemas.openxmlformats.org/officeDocument/2006/relationships/notesMaster" Target="/ppt/notesMasters/notesMaster1.xml" Id="R93e85cd687f84b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90820aafa242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f74cb6e28e4512" /><Relationship Type="http://schemas.openxmlformats.org/officeDocument/2006/relationships/slideLayout" Target="/ppt/slideLayouts/slideLayout1.xml" Id="R8311f28d1f8e4d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11f28d1f8e4d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f75d591b7b452d" /><Relationship Type="http://schemas.openxmlformats.org/officeDocument/2006/relationships/image" Target="/ppt/media/image.png" Id="R9840d5b53b4d4423" /><Relationship Type="http://schemas.openxmlformats.org/officeDocument/2006/relationships/image" Target="/ppt/media/image2.png" Id="Rfa967d394f1e4aac" /><Relationship Type="http://schemas.openxmlformats.org/officeDocument/2006/relationships/image" Target="/ppt/media/image3.png" Id="R46304154c2314497" /><Relationship Type="http://schemas.openxmlformats.org/officeDocument/2006/relationships/image" Target="/ppt/media/image4.png" Id="Rbc4412af23f84085" /><Relationship Type="http://schemas.openxmlformats.org/officeDocument/2006/relationships/image" Target="/ppt/media/image5.png" Id="R5f7e353b4a3a4707" /><Relationship Type="http://schemas.openxmlformats.org/officeDocument/2006/relationships/image" Target="/ppt/media/image6.png" Id="R8fa89cd2e948453b" /><Relationship Type="http://schemas.openxmlformats.org/officeDocument/2006/relationships/image" Target="/ppt/media/image7.png" Id="R8c11f8ff98144102" /><Relationship Type="http://schemas.openxmlformats.org/officeDocument/2006/relationships/image" Target="/ppt/media/image8.png" Id="R52c56dbe11044dee" /><Relationship Type="http://schemas.openxmlformats.org/officeDocument/2006/relationships/image" Target="/ppt/media/image9.png" Id="R987b6dd9893a47fa" /><Relationship Type="http://schemas.openxmlformats.org/officeDocument/2006/relationships/image" Target="/ppt/media/image10.png" Id="Rf8cda9b206d542e8" /><Relationship Type="http://schemas.openxmlformats.org/officeDocument/2006/relationships/image" Target="/ppt/media/image11.png" Id="Re54c0d60ce004190" /><Relationship Type="http://schemas.openxmlformats.org/officeDocument/2006/relationships/image" Target="/ppt/media/image12.png" Id="R35bc341b752b41bf" /><Relationship Type="http://schemas.openxmlformats.org/officeDocument/2006/relationships/image" Target="/ppt/media/image13.png" Id="Re550ba3513ed45e0" /><Relationship Type="http://schemas.openxmlformats.org/officeDocument/2006/relationships/image" Target="/ppt/media/image14.png" Id="R1b14c98e10ca4b2c" /><Relationship Type="http://schemas.openxmlformats.org/officeDocument/2006/relationships/notesSlide" Target="/ppt/notesSlides/notesSlide1.xml" Id="R74adb61e01a247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column-4-nodes">
            <a:extLst xmlns:a="http://schemas.openxmlformats.org/drawingml/2006/main">
              <a:ext uri="{FF2B5EF4-FFF2-40B4-BE49-F238E27FC236}">
                <a16:creationId xmlns:a16="http://schemas.microsoft.com/office/drawing/2014/main" id="{792DD893-D829-47AC-9A0E-8BBB2180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33375"/>
            <a:ext cx="185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4 nodes</a:t>
            </a:r>
          </a:p>
        </p:txBody>
      </p:sp>
      <p:sp>
        <p:nvSpPr>
          <p:cNvPr id="2" name="column-5-nodes">
            <a:extLst xmlns:a="http://schemas.openxmlformats.org/drawingml/2006/main">
              <a:ext uri="{FF2B5EF4-FFF2-40B4-BE49-F238E27FC236}">
                <a16:creationId xmlns:a16="http://schemas.microsoft.com/office/drawing/2014/main" id="{6B1DE50D-CB7B-44DF-9D92-FFF8A94B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600" y="333375"/>
            <a:ext cx="185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5 nodes</a:t>
            </a:r>
          </a:p>
        </p:txBody>
      </p:sp>
      <p:sp>
        <p:nvSpPr>
          <p:cNvPr id="3" name="column-6-nodes">
            <a:extLst xmlns:a="http://schemas.openxmlformats.org/drawingml/2006/main">
              <a:ext uri="{FF2B5EF4-FFF2-40B4-BE49-F238E27FC236}">
                <a16:creationId xmlns:a16="http://schemas.microsoft.com/office/drawing/2014/main" id="{215F4789-16EB-4A18-B378-F0A6C4AE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150" y="333375"/>
            <a:ext cx="185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6 nodes</a:t>
            </a:r>
          </a:p>
        </p:txBody>
      </p:sp>
      <p:sp>
        <p:nvSpPr>
          <p:cNvPr id="4" name="column-7-nodes">
            <a:extLst xmlns:a="http://schemas.openxmlformats.org/drawingml/2006/main">
              <a:ext uri="{FF2B5EF4-FFF2-40B4-BE49-F238E27FC236}">
                <a16:creationId xmlns:a16="http://schemas.microsoft.com/office/drawing/2014/main" id="{376D67B6-DFDF-4441-8CB0-FC93DADC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3375"/>
            <a:ext cx="185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7 nodes</a:t>
            </a:r>
          </a:p>
        </p:txBody>
      </p:sp>
      <p:sp>
        <p:nvSpPr>
          <p:cNvPr id="5" name="column-8-nodes">
            <a:extLst xmlns:a="http://schemas.openxmlformats.org/drawingml/2006/main">
              <a:ext uri="{FF2B5EF4-FFF2-40B4-BE49-F238E27FC236}">
                <a16:creationId xmlns:a16="http://schemas.microsoft.com/office/drawing/2014/main" id="{E2B06E75-6C86-4FB3-838C-D1CAD9EF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6250" y="333375"/>
            <a:ext cx="185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8 nodes</a:t>
            </a:r>
          </a:p>
        </p:txBody>
      </p:sp>
      <p:sp>
        <p:nvSpPr>
          <p:cNvPr id="6" name="column-9-nodes">
            <a:extLst xmlns:a="http://schemas.openxmlformats.org/drawingml/2006/main">
              <a:ext uri="{FF2B5EF4-FFF2-40B4-BE49-F238E27FC236}">
                <a16:creationId xmlns:a16="http://schemas.microsoft.com/office/drawing/2014/main" id="{C5BB7CEE-5DEE-4966-88E9-CFF024FF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3800" y="333375"/>
            <a:ext cx="185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9 nodes</a:t>
            </a:r>
          </a:p>
        </p:txBody>
      </p:sp>
      <p:sp>
        <p:nvSpPr>
          <p:cNvPr id="7" name="continuous-band">
            <a:extLst xmlns:a="http://schemas.openxmlformats.org/drawingml/2006/main">
              <a:ext uri="{FF2B5EF4-FFF2-40B4-BE49-F238E27FC236}">
                <a16:creationId xmlns:a16="http://schemas.microsoft.com/office/drawing/2014/main" id="{DDE92E52-A5E0-4B46-A3BA-60009691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3792200" cy="4181475"/>
          </a:xfrm>
          <a:prstGeom xmlns:a="http://schemas.openxmlformats.org/drawingml/2006/main" prst="roundRect">
            <a:avLst>
              <a:gd name="adj" fmla="val 27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8" name="discrete-band">
            <a:extLst xmlns:a="http://schemas.openxmlformats.org/drawingml/2006/main">
              <a:ext uri="{FF2B5EF4-FFF2-40B4-BE49-F238E27FC236}">
                <a16:creationId xmlns:a16="http://schemas.microsoft.com/office/drawing/2014/main" id="{0C4D1ED8-4D2B-497C-8957-39FE9242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76825"/>
            <a:ext cx="13792200" cy="1343025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C8D8E7"/>
            </a:solidFill>
            <a:prstDash val="solid"/>
          </a:ln>
        </p:spPr>
      </p:sp>
      <p:sp>
        <p:nvSpPr>
          <p:cNvPr id="9" name="continuous-group-label">
            <a:extLst xmlns:a="http://schemas.openxmlformats.org/drawingml/2006/main">
              <a:ext uri="{FF2B5EF4-FFF2-40B4-BE49-F238E27FC236}">
                <a16:creationId xmlns:a16="http://schemas.microsoft.com/office/drawing/2014/main" id="{BFF69B14-3F24-4104-8759-CD3CC51F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0965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F5A94"/>
                </a:solidFill>
              </a:defRPr>
            </a:pPr>
            <a:r>
              <a:rPr sz="1125" b="1">
                <a:solidFill>
                  <a:srgbClr val="1F5A94"/>
                </a:solidFill>
              </a:rPr>
              <a:t>CONTINUOUS TUBE</a:t>
            </a:r>
          </a:p>
        </p:txBody>
      </p:sp>
      <p:sp>
        <p:nvSpPr>
          <p:cNvPr id="10" name="row-1-tube">
            <a:extLst xmlns:a="http://schemas.openxmlformats.org/drawingml/2006/main">
              <a:ext uri="{FF2B5EF4-FFF2-40B4-BE49-F238E27FC236}">
                <a16:creationId xmlns:a16="http://schemas.microsoft.com/office/drawing/2014/main" id="{C24B8D83-905B-4A60-BD62-6A947704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52550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1 tube</a:t>
            </a:r>
          </a:p>
        </p:txBody>
      </p:sp>
      <p:sp>
        <p:nvSpPr>
          <p:cNvPr id="11" name="row-2-tubes">
            <a:extLst xmlns:a="http://schemas.openxmlformats.org/drawingml/2006/main">
              <a:ext uri="{FF2B5EF4-FFF2-40B4-BE49-F238E27FC236}">
                <a16:creationId xmlns:a16="http://schemas.microsoft.com/office/drawing/2014/main" id="{A29F3A25-E769-4EA9-A69E-7F9DBF2E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71775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2 tubes</a:t>
            </a:r>
          </a:p>
        </p:txBody>
      </p:sp>
      <p:sp>
        <p:nvSpPr>
          <p:cNvPr id="12" name="row-3-tubes">
            <a:extLst xmlns:a="http://schemas.openxmlformats.org/drawingml/2006/main">
              <a:ext uri="{FF2B5EF4-FFF2-40B4-BE49-F238E27FC236}">
                <a16:creationId xmlns:a16="http://schemas.microsoft.com/office/drawing/2014/main" id="{710C76D5-858F-420A-A18E-23ADDE5C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3 tubes</a:t>
            </a:r>
          </a:p>
        </p:txBody>
      </p:sp>
      <p:sp>
        <p:nvSpPr>
          <p:cNvPr id="13" name="discrete-group-label">
            <a:extLst xmlns:a="http://schemas.openxmlformats.org/drawingml/2006/main">
              <a:ext uri="{FF2B5EF4-FFF2-40B4-BE49-F238E27FC236}">
                <a16:creationId xmlns:a16="http://schemas.microsoft.com/office/drawing/2014/main" id="{75AE7D98-EDCE-4CCB-BB66-8C38987F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6732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F5A94"/>
                </a:solidFill>
              </a:defRPr>
            </a:pPr>
            <a:r>
              <a:rPr sz="1125" b="1">
                <a:solidFill>
                  <a:srgbClr val="1F5A94"/>
                </a:solidFill>
              </a:rPr>
              <a:t>DISCRETE TUBES</a:t>
            </a:r>
          </a:p>
        </p:txBody>
      </p:sp>
      <p:sp>
        <p:nvSpPr>
          <p:cNvPr id="14" name="row-Discrete">
            <a:extLst xmlns:a="http://schemas.openxmlformats.org/drawingml/2006/main">
              <a:ext uri="{FF2B5EF4-FFF2-40B4-BE49-F238E27FC236}">
                <a16:creationId xmlns:a16="http://schemas.microsoft.com/office/drawing/2014/main" id="{A82095CF-C4E5-413B-BB83-61924BB6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0225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Discrete</a:t>
            </a:r>
          </a:p>
        </p:txBody>
      </p:sp>
      <p:sp>
        <p:nvSpPr>
          <p:cNvPr id="15" name="empty-0-0">
            <a:extLst xmlns:a="http://schemas.openxmlformats.org/drawingml/2006/main">
              <a:ext uri="{FF2B5EF4-FFF2-40B4-BE49-F238E27FC236}">
                <a16:creationId xmlns:a16="http://schemas.microsoft.com/office/drawing/2014/main" id="{0E9E69FF-4632-432C-86BA-14FCA173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850" y="1481138"/>
            <a:ext cx="2286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6B2BF"/>
          </a:solidFill>
          <a:ln xmlns:a="http://schemas.openxmlformats.org/drawingml/2006/main" w="0">
            <a:solidFill>
              <a:srgbClr val="A6B2BF"/>
            </a:solidFill>
            <a:prstDash val="solid"/>
          </a:ln>
        </p:spPr>
      </p:sp>
      <p:sp>
        <p:nvSpPr>
          <p:cNvPr id="16" name="image-frame-0-1">
            <a:extLst xmlns:a="http://schemas.openxmlformats.org/drawingml/2006/main">
              <a:ext uri="{FF2B5EF4-FFF2-40B4-BE49-F238E27FC236}">
                <a16:creationId xmlns:a16="http://schemas.microsoft.com/office/drawing/2014/main" id="{B69DFDFE-6062-41AC-8763-9C01C6E4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687" y="876300"/>
            <a:ext cx="1238027" cy="1228725"/>
          </a:xfrm>
          <a:prstGeom xmlns:a="http://schemas.openxmlformats.org/drawingml/2006/main" prst="roundRect">
            <a:avLst>
              <a:gd name="adj" fmla="val 62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C"/>
            </a:solidFill>
            <a:prstDash val="solid"/>
          </a:ln>
        </p:spPr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40d5b53b4d4423"/>
          <a:stretch xmlns:a="http://schemas.openxmlformats.org/drawingml/2006/main"/>
        </p:blipFill>
        <p:spPr>
          <a:xfrm xmlns:a="http://schemas.openxmlformats.org/drawingml/2006/main">
            <a:off x="5000737" y="895350"/>
            <a:ext cx="1199927" cy="1190625"/>
          </a:xfrm>
          <a:prstGeom xmlns:a="http://schemas.openxmlformats.org/drawingml/2006/main" prst="roundRect">
            <a:avLst>
              <a:gd name="adj" fmla="val 5600"/>
            </a:avLst>
          </a:prstGeom>
        </p:spPr>
      </p:pic>
      <p:sp>
        <p:nvSpPr>
          <p:cNvPr id="18" name="image-frame-0-2">
            <a:extLst xmlns:a="http://schemas.openxmlformats.org/drawingml/2006/main">
              <a:ext uri="{FF2B5EF4-FFF2-40B4-BE49-F238E27FC236}">
                <a16:creationId xmlns:a16="http://schemas.microsoft.com/office/drawing/2014/main" id="{D2DCA494-36C1-47E3-A1C7-BA1CF132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2456" y="876300"/>
            <a:ext cx="1271588" cy="1228725"/>
          </a:xfrm>
          <a:prstGeom xmlns:a="http://schemas.openxmlformats.org/drawingml/2006/main" prst="roundRect">
            <a:avLst>
              <a:gd name="adj" fmla="val 62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C"/>
            </a:solidFill>
            <a:prstDash val="solid"/>
          </a:ln>
        </p:spPr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967d394f1e4aac"/>
          <a:stretch xmlns:a="http://schemas.openxmlformats.org/drawingml/2006/main"/>
        </p:blipFill>
        <p:spPr>
          <a:xfrm xmlns:a="http://schemas.openxmlformats.org/drawingml/2006/main">
            <a:off x="6971506" y="895350"/>
            <a:ext cx="1233488" cy="1190625"/>
          </a:xfrm>
          <a:prstGeom xmlns:a="http://schemas.openxmlformats.org/drawingml/2006/main" prst="roundRect">
            <a:avLst>
              <a:gd name="adj" fmla="val 5600"/>
            </a:avLst>
          </a:prstGeom>
        </p:spPr>
      </p:pic>
      <p:sp>
        <p:nvSpPr>
          <p:cNvPr id="20" name="image-frame-0-3">
            <a:extLst xmlns:a="http://schemas.openxmlformats.org/drawingml/2006/main">
              <a:ext uri="{FF2B5EF4-FFF2-40B4-BE49-F238E27FC236}">
                <a16:creationId xmlns:a16="http://schemas.microsoft.com/office/drawing/2014/main" id="{2158E605-1A37-4494-B4C2-18D6BEFF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0006" y="876300"/>
            <a:ext cx="1271588" cy="1228725"/>
          </a:xfrm>
          <a:prstGeom xmlns:a="http://schemas.openxmlformats.org/drawingml/2006/main" prst="roundRect">
            <a:avLst>
              <a:gd name="adj" fmla="val 62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C"/>
            </a:solidFill>
            <a:prstDash val="solid"/>
          </a:ln>
        </p:spPr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304154c2314497"/>
          <a:stretch xmlns:a="http://schemas.openxmlformats.org/drawingml/2006/main"/>
        </p:blipFill>
        <p:spPr>
          <a:xfrm xmlns:a="http://schemas.openxmlformats.org/drawingml/2006/main">
            <a:off x="8959056" y="895350"/>
            <a:ext cx="1233488" cy="1190625"/>
          </a:xfrm>
          <a:prstGeom xmlns:a="http://schemas.openxmlformats.org/drawingml/2006/main" prst="roundRect">
            <a:avLst>
              <a:gd name="adj" fmla="val 5600"/>
            </a:avLst>
          </a:prstGeom>
        </p:spPr>
      </p:pic>
      <p:sp>
        <p:nvSpPr>
          <p:cNvPr id="22" name="image-frame-0-4">
            <a:extLst xmlns:a="http://schemas.openxmlformats.org/drawingml/2006/main">
              <a:ext uri="{FF2B5EF4-FFF2-40B4-BE49-F238E27FC236}">
                <a16:creationId xmlns:a16="http://schemas.microsoft.com/office/drawing/2014/main" id="{F92A758D-BA57-4AC1-B803-55809B0B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230" y="876300"/>
            <a:ext cx="1524240" cy="1228725"/>
          </a:xfrm>
          <a:prstGeom xmlns:a="http://schemas.openxmlformats.org/drawingml/2006/main" prst="roundRect">
            <a:avLst>
              <a:gd name="adj" fmla="val 62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C"/>
            </a:solidFill>
            <a:prstDash val="solid"/>
          </a:ln>
        </p:spPr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4412af23f84085"/>
          <a:stretch xmlns:a="http://schemas.openxmlformats.org/drawingml/2006/main"/>
        </p:blipFill>
        <p:spPr>
          <a:xfrm xmlns:a="http://schemas.openxmlformats.org/drawingml/2006/main">
            <a:off x="10820280" y="895350"/>
            <a:ext cx="1486140" cy="1190625"/>
          </a:xfrm>
          <a:prstGeom xmlns:a="http://schemas.openxmlformats.org/drawingml/2006/main" prst="roundRect">
            <a:avLst>
              <a:gd name="adj" fmla="val 5600"/>
            </a:avLst>
          </a:prstGeom>
        </p:spPr>
      </p:pic>
      <p:sp>
        <p:nvSpPr>
          <p:cNvPr id="24" name="empty-0-5">
            <a:extLst xmlns:a="http://schemas.openxmlformats.org/drawingml/2006/main">
              <a:ext uri="{FF2B5EF4-FFF2-40B4-BE49-F238E27FC236}">
                <a16:creationId xmlns:a16="http://schemas.microsoft.com/office/drawing/2014/main" id="{7D20CBC2-3C30-4207-9F46-3902B23A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6600" y="1481138"/>
            <a:ext cx="2286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6B2BF"/>
          </a:solidFill>
          <a:ln xmlns:a="http://schemas.openxmlformats.org/drawingml/2006/main" w="0">
            <a:solidFill>
              <a:srgbClr val="A6B2BF"/>
            </a:solidFill>
            <a:prstDash val="solid"/>
          </a:ln>
        </p:spPr>
      </p:sp>
      <p:sp>
        <p:nvSpPr>
          <p:cNvPr id="25" name="image-frame-1-0">
            <a:extLst xmlns:a="http://schemas.openxmlformats.org/drawingml/2006/main">
              <a:ext uri="{FF2B5EF4-FFF2-40B4-BE49-F238E27FC236}">
                <a16:creationId xmlns:a16="http://schemas.microsoft.com/office/drawing/2014/main" id="{23E2D2DC-A936-4706-83AB-1282641C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7356" y="2295525"/>
            <a:ext cx="1271588" cy="1228725"/>
          </a:xfrm>
          <a:prstGeom xmlns:a="http://schemas.openxmlformats.org/drawingml/2006/main" prst="roundRect">
            <a:avLst>
              <a:gd name="adj" fmla="val 62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C"/>
            </a:solidFill>
            <a:prstDash val="solid"/>
          </a:ln>
        </p:spPr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7e353b4a3a4707"/>
          <a:stretch xmlns:a="http://schemas.openxmlformats.org/drawingml/2006/main"/>
        </p:blipFill>
        <p:spPr>
          <a:xfrm xmlns:a="http://schemas.openxmlformats.org/drawingml/2006/main">
            <a:off x="2996406" y="2314575"/>
            <a:ext cx="1233488" cy="1190625"/>
          </a:xfrm>
          <a:prstGeom xmlns:a="http://schemas.openxmlformats.org/drawingml/2006/main" prst="roundRect">
            <a:avLst>
              <a:gd name="adj" fmla="val 5600"/>
            </a:avLst>
          </a:prstGeom>
        </p:spPr>
      </p:pic>
      <p:sp>
        <p:nvSpPr>
          <p:cNvPr id="27" name="empty-1-1">
            <a:extLst xmlns:a="http://schemas.openxmlformats.org/drawingml/2006/main">
              <a:ext uri="{FF2B5EF4-FFF2-40B4-BE49-F238E27FC236}">
                <a16:creationId xmlns:a16="http://schemas.microsoft.com/office/drawing/2014/main" id="{3A2FD392-E3C0-4C60-B80D-D1A2461B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00363"/>
            <a:ext cx="2286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6B2BF"/>
          </a:solidFill>
          <a:ln xmlns:a="http://schemas.openxmlformats.org/drawingml/2006/main" w="0">
            <a:solidFill>
              <a:srgbClr val="A6B2BF"/>
            </a:solidFill>
            <a:prstDash val="solid"/>
          </a:ln>
        </p:spPr>
      </p:sp>
      <p:sp>
        <p:nvSpPr>
          <p:cNvPr id="28" name="image-frame-1-2">
            <a:extLst xmlns:a="http://schemas.openxmlformats.org/drawingml/2006/main">
              <a:ext uri="{FF2B5EF4-FFF2-40B4-BE49-F238E27FC236}">
                <a16:creationId xmlns:a16="http://schemas.microsoft.com/office/drawing/2014/main" id="{DB9E1C03-1979-4548-B4EF-69275A9B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577" y="2295525"/>
            <a:ext cx="1423346" cy="1228725"/>
          </a:xfrm>
          <a:prstGeom xmlns:a="http://schemas.openxmlformats.org/drawingml/2006/main" prst="roundRect">
            <a:avLst>
              <a:gd name="adj" fmla="val 62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C"/>
            </a:solidFill>
            <a:prstDash val="solid"/>
          </a:ln>
        </p:spPr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a89cd2e948453b"/>
          <a:stretch xmlns:a="http://schemas.openxmlformats.org/drawingml/2006/main"/>
        </p:blipFill>
        <p:spPr>
          <a:xfrm xmlns:a="http://schemas.openxmlformats.org/drawingml/2006/main">
            <a:off x="6895627" y="2314575"/>
            <a:ext cx="1385246" cy="1190625"/>
          </a:xfrm>
          <a:prstGeom xmlns:a="http://schemas.openxmlformats.org/drawingml/2006/main" prst="roundRect">
            <a:avLst>
              <a:gd name="adj" fmla="val 5600"/>
            </a:avLst>
          </a:prstGeom>
        </p:spPr>
      </p:pic>
      <p:sp>
        <p:nvSpPr>
          <p:cNvPr id="30" name="empty-1-3">
            <a:extLst xmlns:a="http://schemas.openxmlformats.org/drawingml/2006/main">
              <a:ext uri="{FF2B5EF4-FFF2-40B4-BE49-F238E27FC236}">
                <a16:creationId xmlns:a16="http://schemas.microsoft.com/office/drawing/2014/main" id="{D9A20330-D22E-442B-A0BF-86E44F96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00" y="2900363"/>
            <a:ext cx="2286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6B2BF"/>
          </a:solidFill>
          <a:ln xmlns:a="http://schemas.openxmlformats.org/drawingml/2006/main" w="0">
            <a:solidFill>
              <a:srgbClr val="A6B2BF"/>
            </a:solidFill>
            <a:prstDash val="solid"/>
          </a:ln>
        </p:spPr>
      </p:sp>
      <p:sp>
        <p:nvSpPr>
          <p:cNvPr id="31" name="image-frame-1-4">
            <a:extLst xmlns:a="http://schemas.openxmlformats.org/drawingml/2006/main">
              <a:ext uri="{FF2B5EF4-FFF2-40B4-BE49-F238E27FC236}">
                <a16:creationId xmlns:a16="http://schemas.microsoft.com/office/drawing/2014/main" id="{41A42EE6-BCFE-4C4E-BCC5-C29AF443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0994" y="2295525"/>
            <a:ext cx="1604712" cy="1228725"/>
          </a:xfrm>
          <a:prstGeom xmlns:a="http://schemas.openxmlformats.org/drawingml/2006/main" prst="roundRect">
            <a:avLst>
              <a:gd name="adj" fmla="val 62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C"/>
            </a:solidFill>
            <a:prstDash val="solid"/>
          </a:ln>
        </p:spPr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11f8ff98144102"/>
          <a:stretch xmlns:a="http://schemas.openxmlformats.org/drawingml/2006/main"/>
        </p:blipFill>
        <p:spPr>
          <a:xfrm xmlns:a="http://schemas.openxmlformats.org/drawingml/2006/main">
            <a:off x="10780044" y="2314575"/>
            <a:ext cx="1566612" cy="1190625"/>
          </a:xfrm>
          <a:prstGeom xmlns:a="http://schemas.openxmlformats.org/drawingml/2006/main" prst="roundRect">
            <a:avLst>
              <a:gd name="adj" fmla="val 5600"/>
            </a:avLst>
          </a:prstGeom>
        </p:spPr>
      </p:pic>
      <p:sp>
        <p:nvSpPr>
          <p:cNvPr id="33" name="empty-1-5">
            <a:extLst xmlns:a="http://schemas.openxmlformats.org/drawingml/2006/main">
              <a:ext uri="{FF2B5EF4-FFF2-40B4-BE49-F238E27FC236}">
                <a16:creationId xmlns:a16="http://schemas.microsoft.com/office/drawing/2014/main" id="{B1116415-8D94-405E-ADD8-E4DE4874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6600" y="2900363"/>
            <a:ext cx="2286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6B2BF"/>
          </a:solidFill>
          <a:ln xmlns:a="http://schemas.openxmlformats.org/drawingml/2006/main" w="0">
            <a:solidFill>
              <a:srgbClr val="A6B2BF"/>
            </a:solidFill>
            <a:prstDash val="solid"/>
          </a:ln>
        </p:spPr>
      </p:sp>
      <p:sp>
        <p:nvSpPr>
          <p:cNvPr id="34" name="empty-2-0">
            <a:extLst xmlns:a="http://schemas.openxmlformats.org/drawingml/2006/main">
              <a:ext uri="{FF2B5EF4-FFF2-40B4-BE49-F238E27FC236}">
                <a16:creationId xmlns:a16="http://schemas.microsoft.com/office/drawing/2014/main" id="{66DCF34D-8B76-49EA-82E3-C5FF9D2C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850" y="4319588"/>
            <a:ext cx="2286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6B2BF"/>
          </a:solidFill>
          <a:ln xmlns:a="http://schemas.openxmlformats.org/drawingml/2006/main" w="0">
            <a:solidFill>
              <a:srgbClr val="A6B2BF"/>
            </a:solidFill>
            <a:prstDash val="solid"/>
          </a:ln>
        </p:spPr>
      </p:sp>
      <p:sp>
        <p:nvSpPr>
          <p:cNvPr id="35" name="empty-2-1">
            <a:extLst xmlns:a="http://schemas.openxmlformats.org/drawingml/2006/main">
              <a:ext uri="{FF2B5EF4-FFF2-40B4-BE49-F238E27FC236}">
                <a16:creationId xmlns:a16="http://schemas.microsoft.com/office/drawing/2014/main" id="{E8B0B7EB-FDC3-4489-806C-AA6E4971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319588"/>
            <a:ext cx="2286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6B2BF"/>
          </a:solidFill>
          <a:ln xmlns:a="http://schemas.openxmlformats.org/drawingml/2006/main" w="0">
            <a:solidFill>
              <a:srgbClr val="A6B2BF"/>
            </a:solidFill>
            <a:prstDash val="solid"/>
          </a:ln>
        </p:spPr>
      </p:sp>
      <p:sp>
        <p:nvSpPr>
          <p:cNvPr id="36" name="image-frame-2-2">
            <a:extLst xmlns:a="http://schemas.openxmlformats.org/drawingml/2006/main">
              <a:ext uri="{FF2B5EF4-FFF2-40B4-BE49-F238E27FC236}">
                <a16:creationId xmlns:a16="http://schemas.microsoft.com/office/drawing/2014/main" id="{83870A9B-C724-416E-AAE7-1F97FE5B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3856" y="3714750"/>
            <a:ext cx="1348788" cy="1228725"/>
          </a:xfrm>
          <a:prstGeom xmlns:a="http://schemas.openxmlformats.org/drawingml/2006/main" prst="roundRect">
            <a:avLst>
              <a:gd name="adj" fmla="val 62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C"/>
            </a:solidFill>
            <a:prstDash val="solid"/>
          </a:ln>
        </p:spPr>
      </p:sp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c56dbe11044dee"/>
          <a:stretch xmlns:a="http://schemas.openxmlformats.org/drawingml/2006/main"/>
        </p:blipFill>
        <p:spPr>
          <a:xfrm xmlns:a="http://schemas.openxmlformats.org/drawingml/2006/main">
            <a:off x="6932906" y="3733800"/>
            <a:ext cx="1310688" cy="1190625"/>
          </a:xfrm>
          <a:prstGeom xmlns:a="http://schemas.openxmlformats.org/drawingml/2006/main" prst="roundRect">
            <a:avLst>
              <a:gd name="adj" fmla="val 5600"/>
            </a:avLst>
          </a:prstGeom>
        </p:spPr>
      </p:pic>
      <p:sp>
        <p:nvSpPr>
          <p:cNvPr id="38" name="image-frame-2-3">
            <a:extLst xmlns:a="http://schemas.openxmlformats.org/drawingml/2006/main">
              <a:ext uri="{FF2B5EF4-FFF2-40B4-BE49-F238E27FC236}">
                <a16:creationId xmlns:a16="http://schemas.microsoft.com/office/drawing/2014/main" id="{DB3DD1A4-1DF8-46E1-86A6-AFAB1461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3818" y="3714750"/>
            <a:ext cx="1683964" cy="1228725"/>
          </a:xfrm>
          <a:prstGeom xmlns:a="http://schemas.openxmlformats.org/drawingml/2006/main" prst="roundRect">
            <a:avLst>
              <a:gd name="adj" fmla="val 62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C"/>
            </a:solidFill>
            <a:prstDash val="solid"/>
          </a:ln>
        </p:spPr>
      </p:sp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7b6dd9893a47fa"/>
          <a:stretch xmlns:a="http://schemas.openxmlformats.org/drawingml/2006/main"/>
        </p:blipFill>
        <p:spPr>
          <a:xfrm xmlns:a="http://schemas.openxmlformats.org/drawingml/2006/main">
            <a:off x="8752868" y="3733800"/>
            <a:ext cx="1645864" cy="1190625"/>
          </a:xfrm>
          <a:prstGeom xmlns:a="http://schemas.openxmlformats.org/drawingml/2006/main" prst="roundRect">
            <a:avLst>
              <a:gd name="adj" fmla="val 5600"/>
            </a:avLst>
          </a:prstGeom>
        </p:spPr>
      </p:pic>
      <p:sp>
        <p:nvSpPr>
          <p:cNvPr id="40" name="image-frame-2-4">
            <a:extLst xmlns:a="http://schemas.openxmlformats.org/drawingml/2006/main">
              <a:ext uri="{FF2B5EF4-FFF2-40B4-BE49-F238E27FC236}">
                <a16:creationId xmlns:a16="http://schemas.microsoft.com/office/drawing/2014/main" id="{A23AABCF-EAEC-4032-8B0F-C585ECCE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4270" y="3714750"/>
            <a:ext cx="1398160" cy="1228725"/>
          </a:xfrm>
          <a:prstGeom xmlns:a="http://schemas.openxmlformats.org/drawingml/2006/main" prst="roundRect">
            <a:avLst>
              <a:gd name="adj" fmla="val 62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C"/>
            </a:solidFill>
            <a:prstDash val="solid"/>
          </a:ln>
        </p:spPr>
      </p:sp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cda9b206d542e8"/>
          <a:stretch xmlns:a="http://schemas.openxmlformats.org/drawingml/2006/main"/>
        </p:blipFill>
        <p:spPr>
          <a:xfrm xmlns:a="http://schemas.openxmlformats.org/drawingml/2006/main">
            <a:off x="10883320" y="3733800"/>
            <a:ext cx="1360060" cy="1190625"/>
          </a:xfrm>
          <a:prstGeom xmlns:a="http://schemas.openxmlformats.org/drawingml/2006/main" prst="roundRect">
            <a:avLst>
              <a:gd name="adj" fmla="val 5600"/>
            </a:avLst>
          </a:prstGeom>
        </p:spPr>
      </p:pic>
      <p:sp>
        <p:nvSpPr>
          <p:cNvPr id="42" name="empty-2-5">
            <a:extLst xmlns:a="http://schemas.openxmlformats.org/drawingml/2006/main">
              <a:ext uri="{FF2B5EF4-FFF2-40B4-BE49-F238E27FC236}">
                <a16:creationId xmlns:a16="http://schemas.microsoft.com/office/drawing/2014/main" id="{CFD936E7-4545-48F9-A835-58B027EF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6600" y="4319588"/>
            <a:ext cx="2286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6B2BF"/>
          </a:solidFill>
          <a:ln xmlns:a="http://schemas.openxmlformats.org/drawingml/2006/main" w="0">
            <a:solidFill>
              <a:srgbClr val="A6B2BF"/>
            </a:solidFill>
            <a:prstDash val="solid"/>
          </a:ln>
        </p:spPr>
      </p:sp>
      <p:sp>
        <p:nvSpPr>
          <p:cNvPr id="43" name="empty-3-0">
            <a:extLst xmlns:a="http://schemas.openxmlformats.org/drawingml/2006/main">
              <a:ext uri="{FF2B5EF4-FFF2-40B4-BE49-F238E27FC236}">
                <a16:creationId xmlns:a16="http://schemas.microsoft.com/office/drawing/2014/main" id="{02C9A37E-6AF9-48F0-911D-670B807F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850" y="5738813"/>
            <a:ext cx="2286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6B2BF"/>
          </a:solidFill>
          <a:ln xmlns:a="http://schemas.openxmlformats.org/drawingml/2006/main" w="0">
            <a:solidFill>
              <a:srgbClr val="A6B2BF"/>
            </a:solidFill>
            <a:prstDash val="solid"/>
          </a:ln>
        </p:spPr>
      </p:sp>
      <p:sp>
        <p:nvSpPr>
          <p:cNvPr id="44" name="empty-3-1">
            <a:extLst xmlns:a="http://schemas.openxmlformats.org/drawingml/2006/main">
              <a:ext uri="{FF2B5EF4-FFF2-40B4-BE49-F238E27FC236}">
                <a16:creationId xmlns:a16="http://schemas.microsoft.com/office/drawing/2014/main" id="{75F64EFB-8764-4719-98CC-4E3078841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738813"/>
            <a:ext cx="2286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6B2BF"/>
          </a:solidFill>
          <a:ln xmlns:a="http://schemas.openxmlformats.org/drawingml/2006/main" w="0">
            <a:solidFill>
              <a:srgbClr val="A6B2BF"/>
            </a:solidFill>
            <a:prstDash val="solid"/>
          </a:ln>
        </p:spPr>
      </p:sp>
      <p:sp>
        <p:nvSpPr>
          <p:cNvPr id="45" name="image-frame-3-2">
            <a:extLst xmlns:a="http://schemas.openxmlformats.org/drawingml/2006/main">
              <a:ext uri="{FF2B5EF4-FFF2-40B4-BE49-F238E27FC236}">
                <a16:creationId xmlns:a16="http://schemas.microsoft.com/office/drawing/2014/main" id="{336769DA-B357-4300-B4FC-B8743B88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7358" y="5133975"/>
            <a:ext cx="1461784" cy="1228725"/>
          </a:xfrm>
          <a:prstGeom xmlns:a="http://schemas.openxmlformats.org/drawingml/2006/main" prst="roundRect">
            <a:avLst>
              <a:gd name="adj" fmla="val 62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C"/>
            </a:solidFill>
            <a:prstDash val="solid"/>
          </a:ln>
        </p:spPr>
      </p:sp>
      <p:pic>
        <p:nvPicPr>
          <p:cNvPr id="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4c0d60ce004190"/>
          <a:stretch xmlns:a="http://schemas.openxmlformats.org/drawingml/2006/main"/>
        </p:blipFill>
        <p:spPr>
          <a:xfrm xmlns:a="http://schemas.openxmlformats.org/drawingml/2006/main">
            <a:off x="6876408" y="5153025"/>
            <a:ext cx="1423684" cy="1190625"/>
          </a:xfrm>
          <a:prstGeom xmlns:a="http://schemas.openxmlformats.org/drawingml/2006/main" prst="roundRect">
            <a:avLst>
              <a:gd name="adj" fmla="val 5600"/>
            </a:avLst>
          </a:prstGeom>
        </p:spPr>
      </p:pic>
      <p:sp>
        <p:nvSpPr>
          <p:cNvPr id="47" name="image-frame-3-3">
            <a:extLst xmlns:a="http://schemas.openxmlformats.org/drawingml/2006/main">
              <a:ext uri="{FF2B5EF4-FFF2-40B4-BE49-F238E27FC236}">
                <a16:creationId xmlns:a16="http://schemas.microsoft.com/office/drawing/2014/main" id="{BB08287C-66D2-47B4-B9B2-CC3352B9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4908" y="5133975"/>
            <a:ext cx="1461784" cy="1228725"/>
          </a:xfrm>
          <a:prstGeom xmlns:a="http://schemas.openxmlformats.org/drawingml/2006/main" prst="roundRect">
            <a:avLst>
              <a:gd name="adj" fmla="val 62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C"/>
            </a:solidFill>
            <a:prstDash val="solid"/>
          </a:ln>
        </p:spPr>
      </p:sp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bc341b752b41bf"/>
          <a:stretch xmlns:a="http://schemas.openxmlformats.org/drawingml/2006/main"/>
        </p:blipFill>
        <p:spPr>
          <a:xfrm xmlns:a="http://schemas.openxmlformats.org/drawingml/2006/main">
            <a:off x="8863958" y="5153025"/>
            <a:ext cx="1423684" cy="1190625"/>
          </a:xfrm>
          <a:prstGeom xmlns:a="http://schemas.openxmlformats.org/drawingml/2006/main" prst="roundRect">
            <a:avLst>
              <a:gd name="adj" fmla="val 5600"/>
            </a:avLst>
          </a:prstGeom>
        </p:spPr>
      </p:pic>
      <p:sp>
        <p:nvSpPr>
          <p:cNvPr id="49" name="image-frame-3-4">
            <a:extLst xmlns:a="http://schemas.openxmlformats.org/drawingml/2006/main">
              <a:ext uri="{FF2B5EF4-FFF2-40B4-BE49-F238E27FC236}">
                <a16:creationId xmlns:a16="http://schemas.microsoft.com/office/drawing/2014/main" id="{F327A7FE-57E4-45F4-9A81-D6D1B9EF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862" y="5133975"/>
            <a:ext cx="1704975" cy="1228725"/>
          </a:xfrm>
          <a:prstGeom xmlns:a="http://schemas.openxmlformats.org/drawingml/2006/main" prst="roundRect">
            <a:avLst>
              <a:gd name="adj" fmla="val 62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C"/>
            </a:solidFill>
            <a:prstDash val="solid"/>
          </a:ln>
        </p:spPr>
      </p:sp>
      <p:pic>
        <p:nvPicPr>
          <p:cNvPr id="1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50ba3513ed45e0"/>
          <a:stretch xmlns:a="http://schemas.openxmlformats.org/drawingml/2006/main"/>
        </p:blipFill>
        <p:spPr>
          <a:xfrm xmlns:a="http://schemas.openxmlformats.org/drawingml/2006/main">
            <a:off x="10729912" y="5153025"/>
            <a:ext cx="1666875" cy="1190625"/>
          </a:xfrm>
          <a:prstGeom xmlns:a="http://schemas.openxmlformats.org/drawingml/2006/main" prst="roundRect">
            <a:avLst>
              <a:gd name="adj" fmla="val 5600"/>
            </a:avLst>
          </a:prstGeom>
        </p:spPr>
      </p:pic>
      <p:sp>
        <p:nvSpPr>
          <p:cNvPr id="51" name="image-frame-3-5">
            <a:extLst xmlns:a="http://schemas.openxmlformats.org/drawingml/2006/main">
              <a:ext uri="{FF2B5EF4-FFF2-40B4-BE49-F238E27FC236}">
                <a16:creationId xmlns:a16="http://schemas.microsoft.com/office/drawing/2014/main" id="{2560D5AC-F08E-4B85-886F-8D095EAFC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9493" y="5133975"/>
            <a:ext cx="1462814" cy="1228725"/>
          </a:xfrm>
          <a:prstGeom xmlns:a="http://schemas.openxmlformats.org/drawingml/2006/main" prst="roundRect">
            <a:avLst>
              <a:gd name="adj" fmla="val 62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C"/>
            </a:solidFill>
            <a:prstDash val="solid"/>
          </a:ln>
        </p:spPr>
      </p:sp>
      <p:pic>
        <p:nvPicPr>
          <p:cNvPr id="1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14c98e10ca4b2c"/>
          <a:stretch xmlns:a="http://schemas.openxmlformats.org/drawingml/2006/main"/>
        </p:blipFill>
        <p:spPr>
          <a:xfrm xmlns:a="http://schemas.openxmlformats.org/drawingml/2006/main">
            <a:off x="12838543" y="5153025"/>
            <a:ext cx="1424714" cy="1190625"/>
          </a:xfrm>
          <a:prstGeom xmlns:a="http://schemas.openxmlformats.org/drawingml/2006/main" prst="roundRect">
            <a:avLst>
              <a:gd name="adj" fmla="val 5600"/>
            </a:avLst>
          </a:prstGeom>
        </p:spPr>
      </p:pic>
    </p:spTree>
    <p:extLst>
      <p:ext uri="{BB962C8B-B14F-4D97-AF65-F5344CB8AC3E}">
        <p14:creationId xmlns:p14="http://schemas.microsoft.com/office/powerpoint/2010/main" val="6233141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2026-07-22T22:22:24.5610000Z</dcterms:created>
  <dcterms:modified xsi:type="dcterms:W3CDTF">2026-07-22T22:22:24.5610000Z</dcterms:modified>
</coreProperties>
</file>